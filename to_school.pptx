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3/5/2026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3/5/2026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3/5/2026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3/5/2026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3/5/2026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3/5/2026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3/5/2026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3/5/2026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3/5/2026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dirty="0"/>
              <a:t>3/5/2026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smtClean="0"/>
              <a:t>Семейные традиции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By Mikhail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298222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049384" y="1310639"/>
            <a:ext cx="11142616" cy="3135086"/>
          </a:xfrm>
        </p:spPr>
        <p:txBody>
          <a:bodyPr/>
          <a:lstStyle/>
          <a:p>
            <a:r>
              <a:rPr lang="ru-RU" sz="5400" b="1" dirty="0"/>
              <a:t>Что такое семейные традиции?</a:t>
            </a:r>
            <a:r>
              <a:rPr lang="ru-RU" b="1" dirty="0"/>
              <a:t/>
            </a:r>
            <a:br>
              <a:rPr lang="ru-RU" b="1" dirty="0"/>
            </a:b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154955" y="3252651"/>
            <a:ext cx="8825658" cy="2386149"/>
          </a:xfrm>
        </p:spPr>
        <p:txBody>
          <a:bodyPr>
            <a:normAutofit/>
          </a:bodyPr>
          <a:lstStyle/>
          <a:p>
            <a:r>
              <a:rPr lang="ru-RU" dirty="0">
                <a:solidFill>
                  <a:schemeClr val="bg2">
                    <a:lumMod val="60000"/>
                    <a:lumOff val="40000"/>
                  </a:schemeClr>
                </a:solidFill>
              </a:rPr>
              <a:t>Это не просто действия, которые мы повторяем. Это </a:t>
            </a:r>
            <a:r>
              <a:rPr lang="ru-RU" b="1" dirty="0">
                <a:solidFill>
                  <a:schemeClr val="bg2">
                    <a:lumMod val="60000"/>
                    <a:lumOff val="40000"/>
                  </a:schemeClr>
                </a:solidFill>
              </a:rPr>
              <a:t>атмосфера</a:t>
            </a:r>
            <a:r>
              <a:rPr lang="ru-RU" dirty="0">
                <a:solidFill>
                  <a:schemeClr val="bg2">
                    <a:lumMod val="60000"/>
                    <a:lumOff val="40000"/>
                  </a:schemeClr>
                </a:solidFill>
              </a:rPr>
              <a:t>, которую мы создаем.</a:t>
            </a:r>
          </a:p>
          <a:p>
            <a:r>
              <a:rPr lang="ru-RU" dirty="0">
                <a:solidFill>
                  <a:schemeClr val="bg2">
                    <a:lumMod val="60000"/>
                    <a:lumOff val="40000"/>
                  </a:schemeClr>
                </a:solidFill>
              </a:rPr>
              <a:t>Это те особенные моменты, которые дети будут вспоминать с теплотой, когда вырастут.</a:t>
            </a:r>
          </a:p>
          <a:p>
            <a:r>
              <a:rPr lang="ru-RU" dirty="0">
                <a:solidFill>
                  <a:schemeClr val="bg2">
                    <a:lumMod val="60000"/>
                    <a:lumOff val="40000"/>
                  </a:schemeClr>
                </a:solidFill>
              </a:rPr>
              <a:t>Сегодня я расскажу о двух простых, но важных традициях, которые есть/могут появиться в нашей семье.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022284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049384" y="2290353"/>
            <a:ext cx="11142616" cy="3135086"/>
          </a:xfrm>
        </p:spPr>
        <p:txBody>
          <a:bodyPr/>
          <a:lstStyle/>
          <a:p>
            <a:r>
              <a:rPr lang="ru-RU" b="1" dirty="0"/>
              <a:t>Традиция №1: «Капсула времени»</a:t>
            </a:r>
            <a:br>
              <a:rPr lang="ru-RU" b="1" dirty="0"/>
            </a:br>
            <a:r>
              <a:rPr lang="ru-RU" b="1" dirty="0"/>
              <a:t/>
            </a:r>
            <a:br>
              <a:rPr lang="ru-RU" b="1" dirty="0"/>
            </a:b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154955" y="3252651"/>
            <a:ext cx="8825658" cy="3200400"/>
          </a:xfrm>
        </p:spPr>
        <p:txBody>
          <a:bodyPr>
            <a:normAutofit fontScale="92500" lnSpcReduction="20000"/>
          </a:bodyPr>
          <a:lstStyle/>
          <a:p>
            <a:r>
              <a:rPr lang="ru-RU" dirty="0"/>
              <a:t>Каждый год, например, 1 сентября или в Новый год, мы всей семьей пишем друг другу письма в будущее.</a:t>
            </a:r>
          </a:p>
          <a:p>
            <a:r>
              <a:rPr lang="ru-RU" dirty="0" smtClean="0"/>
              <a:t>Младший брат </a:t>
            </a:r>
            <a:r>
              <a:rPr lang="ru-RU" dirty="0"/>
              <a:t>рисуют рисунки и пишут о своих мечтах.</a:t>
            </a:r>
          </a:p>
          <a:p>
            <a:r>
              <a:rPr lang="ru-RU" dirty="0"/>
              <a:t>Родители записывают забавные случаи, произошедшие за год, и свои пожелания детям.</a:t>
            </a:r>
          </a:p>
          <a:p>
            <a:r>
              <a:rPr lang="ru-RU" dirty="0"/>
              <a:t>Мы также кладем туда памятные мелочи: билеты в кино, засушенный цветок с прогулки.</a:t>
            </a:r>
          </a:p>
          <a:p>
            <a:r>
              <a:rPr lang="ru-RU" b="1" dirty="0"/>
              <a:t>Итог:</a:t>
            </a:r>
            <a:r>
              <a:rPr lang="ru-RU" dirty="0"/>
              <a:t> Коробка открывается через 5 или 10 лет. Это позволяет нам остановить мгновение и увидеть, как мы выросли и изменились.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340019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246395" y="2995748"/>
            <a:ext cx="11142616" cy="3135086"/>
          </a:xfrm>
        </p:spPr>
        <p:txBody>
          <a:bodyPr/>
          <a:lstStyle/>
          <a:p>
            <a:r>
              <a:rPr lang="ru-RU" sz="5400" b="1" dirty="0" smtClean="0"/>
              <a:t>Традиция №2: «Кулинарный поединок выходного дня»</a:t>
            </a:r>
            <a:r>
              <a:rPr lang="ru-RU" b="1" dirty="0" smtClean="0"/>
              <a:t/>
            </a:r>
            <a:br>
              <a:rPr lang="ru-RU" b="1" dirty="0" smtClean="0"/>
            </a:br>
            <a:r>
              <a:rPr lang="ru-RU" b="1" dirty="0" smtClean="0"/>
              <a:t/>
            </a:r>
            <a:br>
              <a:rPr lang="ru-RU" b="1" dirty="0" smtClean="0"/>
            </a:br>
            <a:r>
              <a:rPr lang="ru-RU" b="1" dirty="0" smtClean="0"/>
              <a:t/>
            </a:r>
            <a:br>
              <a:rPr lang="ru-RU" b="1" dirty="0" smtClean="0"/>
            </a:b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246395" y="2677885"/>
            <a:ext cx="8825658" cy="3200400"/>
          </a:xfrm>
        </p:spPr>
        <p:txBody>
          <a:bodyPr>
            <a:normAutofit fontScale="92500" lnSpcReduction="10000"/>
          </a:bodyPr>
          <a:lstStyle/>
          <a:p>
            <a:r>
              <a:rPr lang="ru-RU" dirty="0"/>
              <a:t>Каждое воскресенье на завтрак или обед мы готовим одно особенное блюдо, которое выбирается честным голосованием.</a:t>
            </a:r>
          </a:p>
          <a:p>
            <a:r>
              <a:rPr lang="ru-RU" dirty="0"/>
              <a:t>У каждого члена семьи есть своя «зона ответственности»: кто-то мешает тесто, кто-то режет начинку.</a:t>
            </a:r>
          </a:p>
          <a:p>
            <a:r>
              <a:rPr lang="ru-RU" dirty="0"/>
              <a:t>Можно даже устроить мини-конкурс на лучшую версию блюда.</a:t>
            </a:r>
          </a:p>
          <a:p>
            <a:r>
              <a:rPr lang="ru-RU" b="1" dirty="0"/>
              <a:t>Итог:</a:t>
            </a:r>
            <a:r>
              <a:rPr lang="ru-RU" dirty="0"/>
              <a:t> Это не про еду. Это про общение, совместный смех и возможность поговорить по душам, пока руки заняты делом.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024021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049384" y="3374572"/>
            <a:ext cx="11142616" cy="3135086"/>
          </a:xfrm>
        </p:spPr>
        <p:txBody>
          <a:bodyPr/>
          <a:lstStyle/>
          <a:p>
            <a:r>
              <a:rPr lang="ru-RU" b="1" dirty="0"/>
              <a:t>Почему это работает?</a:t>
            </a:r>
            <a:br>
              <a:rPr lang="ru-RU" b="1" dirty="0"/>
            </a:br>
            <a:r>
              <a:rPr lang="ru-RU" b="1" dirty="0" smtClean="0"/>
              <a:t/>
            </a:r>
            <a:br>
              <a:rPr lang="ru-RU" b="1" dirty="0" smtClean="0"/>
            </a:br>
            <a:r>
              <a:rPr lang="ru-RU" b="1" dirty="0" smtClean="0"/>
              <a:t/>
            </a:r>
            <a:br>
              <a:rPr lang="ru-RU" b="1" dirty="0" smtClean="0"/>
            </a:br>
            <a:r>
              <a:rPr lang="ru-RU" b="1" dirty="0" smtClean="0"/>
              <a:t/>
            </a:r>
            <a:br>
              <a:rPr lang="ru-RU" b="1" dirty="0" smtClean="0"/>
            </a:b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049384" y="2194560"/>
            <a:ext cx="8825658" cy="3200400"/>
          </a:xfrm>
        </p:spPr>
        <p:txBody>
          <a:bodyPr>
            <a:normAutofit/>
          </a:bodyPr>
          <a:lstStyle/>
          <a:p>
            <a:r>
              <a:rPr lang="ru-RU" dirty="0"/>
              <a:t>Эти традиции работают, потому что они создают:</a:t>
            </a:r>
          </a:p>
          <a:p>
            <a:r>
              <a:rPr lang="ru-RU" b="1" dirty="0"/>
              <a:t>Чувство защищенности:</a:t>
            </a:r>
            <a:r>
              <a:rPr lang="ru-RU" dirty="0"/>
              <a:t> Ты знаешь, что в субботу вечером будет «вкусно и тепло».</a:t>
            </a:r>
          </a:p>
          <a:p>
            <a:r>
              <a:rPr lang="ru-RU" b="1" dirty="0"/>
              <a:t>Общую историю:</a:t>
            </a:r>
            <a:r>
              <a:rPr lang="ru-RU" dirty="0"/>
              <a:t> У нас появляются свои «</a:t>
            </a:r>
            <a:r>
              <a:rPr lang="ru-RU" dirty="0" err="1"/>
              <a:t>мемы</a:t>
            </a:r>
            <a:r>
              <a:rPr lang="ru-RU" dirty="0"/>
              <a:t>» и истории, понятные только нам.</a:t>
            </a:r>
          </a:p>
          <a:p>
            <a:r>
              <a:rPr lang="ru-RU" b="1" dirty="0"/>
              <a:t>Связь поколений:</a:t>
            </a:r>
            <a:r>
              <a:rPr lang="ru-RU" dirty="0"/>
              <a:t> Бабушкин рецепт или старая фотография в капсуле связывают нас с прошлым.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301862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001487" y="4014651"/>
            <a:ext cx="11190513" cy="3135086"/>
          </a:xfrm>
        </p:spPr>
        <p:txBody>
          <a:bodyPr/>
          <a:lstStyle/>
          <a:p>
            <a:r>
              <a:rPr lang="ru-RU" b="1" dirty="0" smtClean="0"/>
              <a:t>Почему традиции важны</a:t>
            </a:r>
            <a:r>
              <a:rPr lang="en-US" b="1" dirty="0" smtClean="0"/>
              <a:t>?</a:t>
            </a:r>
            <a:r>
              <a:rPr lang="ru-RU" b="1" dirty="0"/>
              <a:t/>
            </a:r>
            <a:br>
              <a:rPr lang="ru-RU" b="1" dirty="0"/>
            </a:br>
            <a:r>
              <a:rPr lang="ru-RU" b="1" dirty="0" smtClean="0"/>
              <a:t/>
            </a:r>
            <a:br>
              <a:rPr lang="ru-RU" b="1" dirty="0" smtClean="0"/>
            </a:br>
            <a:r>
              <a:rPr lang="ru-RU" b="1" dirty="0" smtClean="0"/>
              <a:t/>
            </a:r>
            <a:br>
              <a:rPr lang="ru-RU" b="1" dirty="0" smtClean="0"/>
            </a:br>
            <a:r>
              <a:rPr lang="ru-RU" b="1" dirty="0" smtClean="0"/>
              <a:t/>
            </a:r>
            <a:br>
              <a:rPr lang="ru-RU" b="1" dirty="0" smtClean="0"/>
            </a:b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010195" y="2521131"/>
            <a:ext cx="8825658" cy="3200400"/>
          </a:xfrm>
        </p:spPr>
        <p:txBody>
          <a:bodyPr>
            <a:normAutofit/>
          </a:bodyPr>
          <a:lstStyle/>
          <a:p>
            <a:r>
              <a:rPr lang="ru-RU" dirty="0"/>
              <a:t>Традиции не должны быть сложными или дорогими. Главное в них — </a:t>
            </a:r>
            <a:r>
              <a:rPr lang="ru-RU" b="1" dirty="0"/>
              <a:t>искренность и регулярность</a:t>
            </a:r>
            <a:r>
              <a:rPr lang="ru-RU" dirty="0"/>
              <a:t>.</a:t>
            </a:r>
          </a:p>
          <a:p>
            <a:r>
              <a:rPr lang="ru-RU" dirty="0"/>
              <a:t>Создавайте свои маленькие ритуалы. Именно из них и строится счастье.</a:t>
            </a:r>
          </a:p>
          <a:p>
            <a:r>
              <a:rPr lang="ru-RU" b="1" dirty="0"/>
              <a:t>Спасибо за внимание!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214056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1593669" y="1685109"/>
            <a:ext cx="907868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5400" dirty="0" smtClean="0">
                <a:latin typeface="Arial Black" panose="020B0A04020102020204" pitchFamily="34" charset="0"/>
              </a:rPr>
              <a:t>Спасибо за внимание!</a:t>
            </a:r>
            <a:endParaRPr lang="ru-RU" sz="5400" dirty="0">
              <a:latin typeface="Arial Black" panose="020B0A040201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7566" y="5860531"/>
            <a:ext cx="90786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>
                <a:latin typeface="Arial Black" panose="020B0A04020102020204" pitchFamily="34" charset="0"/>
              </a:rPr>
              <a:t>С любовью</a:t>
            </a:r>
            <a:endParaRPr lang="ru-RU" dirty="0">
              <a:latin typeface="Arial Black" panose="020B0A040201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7566" y="6204297"/>
            <a:ext cx="90786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Arial Black" panose="020B0A04020102020204" pitchFamily="34" charset="0"/>
              </a:rPr>
              <a:t>Mikhail</a:t>
            </a:r>
            <a:endParaRPr lang="ru-RU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97225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Ион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10</TotalTime>
  <Words>355</Words>
  <Application>Microsoft Office PowerPoint</Application>
  <PresentationFormat>Широкоэкранный</PresentationFormat>
  <Paragraphs>29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2" baseType="lpstr">
      <vt:lpstr>Arial</vt:lpstr>
      <vt:lpstr>Arial Black</vt:lpstr>
      <vt:lpstr>Century Gothic</vt:lpstr>
      <vt:lpstr>Wingdings 3</vt:lpstr>
      <vt:lpstr>Ион</vt:lpstr>
      <vt:lpstr>Семейные традиции</vt:lpstr>
      <vt:lpstr>Что такое семейные традиции? </vt:lpstr>
      <vt:lpstr>Традиция №1: «Капсула времени»  </vt:lpstr>
      <vt:lpstr>Традиция №2: «Кулинарный поединок выходного дня»   </vt:lpstr>
      <vt:lpstr>Почему это работает?    </vt:lpstr>
      <vt:lpstr>Почему традиции важны?    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Семейные традиции</dc:title>
  <dc:creator>Mikhail</dc:creator>
  <cp:lastModifiedBy>Mikhail</cp:lastModifiedBy>
  <cp:revision>2</cp:revision>
  <dcterms:created xsi:type="dcterms:W3CDTF">2026-03-05T14:22:46Z</dcterms:created>
  <dcterms:modified xsi:type="dcterms:W3CDTF">2026-03-05T14:32:50Z</dcterms:modified>
</cp:coreProperties>
</file>